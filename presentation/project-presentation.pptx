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rata" panose="020B0604020202020204" charset="0"/>
      <p:regular r:id="rId13"/>
    </p:embeddedFont>
    <p:embeddedFont>
      <p:font typeface="Raleway" pitchFamily="2" charset="0"/>
      <p:regular r:id="rId14"/>
    </p:embeddedFont>
    <p:embeddedFont>
      <p:font typeface="Raleway Bold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CF23F-2441-452C-91C2-C30D648F5D6D}" v="151" dt="2026-08-21T10:43:57.474"/>
    <p1510:client id="{CF51E9DB-ACF8-4B38-8369-E5B1B18694FD}" v="3" dt="2026-08-21T15:44:57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6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6098"/>
            <a:ext cx="7088109" cy="10632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327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LOCAL SERVICE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69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Trusted Local Professionals, Just a Booking Away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26918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554438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CODE CRACKERS</a:t>
            </a: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Dalal Mayuri · Gupta Anshu · Gohil Twinkle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Odoo × LDCE Ahmedabad Hackathon 2026</a:t>
            </a:r>
            <a:endParaRPr lang="en-US" sz="145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5362"/>
            <a:ext cx="6296860" cy="572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0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</a:t>
            </a:r>
            <a:r>
              <a:rPr lang="en-US" sz="3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 Are Solving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27625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Finding and booking trusted local service professionals remains </a:t>
            </a:r>
            <a:r>
              <a:rPr lang="en-US" sz="13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fragmented and inefficient.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54113"/>
            <a:ext cx="6296860" cy="43784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4993" y="2141438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Centralized Booking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24993" y="2494359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Difficult appointment scheduling across calls and messages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86199"/>
            <a:ext cx="6296860" cy="9821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4993" y="3273524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Scattered Records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924993" y="3626445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lost across platforms with no single source of truth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18285"/>
            <a:ext cx="6296860" cy="9821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4993" y="4405610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Trust Layer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924993" y="4758531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Finding verified professionals with ratings is nearly impossible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50371"/>
            <a:ext cx="6296860" cy="9821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4993" y="5537696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Zero Visibility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24993" y="5890617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real-time updates on service progress or technician status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22B4E-02EF-118F-6730-74AEAD95BBB5}"/>
              </a:ext>
            </a:extLst>
          </p:cNvPr>
          <p:cNvSpPr txBox="1"/>
          <p:nvPr/>
        </p:nvSpPr>
        <p:spPr>
          <a:xfrm>
            <a:off x="298580" y="1567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14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One Platform. Every Local Service.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3612"/>
            <a:ext cx="11478330" cy="38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centralized web platform connecting customers with trusted local service professionals.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908274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Track Service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 Appointment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Find Professional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744951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Choose Service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89779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049367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discovery to completion — every step in one place.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It Works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5233360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1560116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Choose a Service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33360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Electrician, Plumber, AC Repair, Appliance Repair, and more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2844304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Find a Professional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233360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technician profile, rating, and availability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33360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128393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233360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preferred date and time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33360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5412581"/>
            <a:ext cx="6296860" cy="19050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9" name="Text 16"/>
          <p:cNvSpPr/>
          <p:nvPr/>
        </p:nvSpPr>
        <p:spPr>
          <a:xfrm>
            <a:off x="5233360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Track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233360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Pending → Accepted → In Progress → Completed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31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417503" y="282078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322999" y="3116064"/>
            <a:ext cx="3118863" cy="350723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Register / Login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Browse Services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Technician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 Appointment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Status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36366" y="282078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TECHNICIAN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229471"/>
            <a:ext cx="3118863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Requests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Accept / Reject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Update Status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Jobs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History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2251" y="282078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229471"/>
            <a:ext cx="3118863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Customers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Technicians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Services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Appointments</a:t>
            </a:r>
            <a:endParaRPr lang="en-US" sz="145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Built With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9107" y="1988939"/>
            <a:ext cx="3357082" cy="178256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9962" y="2156023"/>
            <a:ext cx="283461" cy="2834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47608" y="2770386"/>
            <a:ext cx="2928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4847608" y="3254673"/>
            <a:ext cx="29282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HTML5 · CSS3 · JavaScript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9290" y="1988939"/>
            <a:ext cx="3357181" cy="178256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6150" y="2156023"/>
            <a:ext cx="283461" cy="28346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393696" y="2770386"/>
            <a:ext cx="29283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</a:t>
            </a:r>
            <a:endParaRPr lang="en-US" sz="1850" dirty="0"/>
          </a:p>
        </p:txBody>
      </p:sp>
      <p:sp>
        <p:nvSpPr>
          <p:cNvPr id="11" name="Text 4"/>
          <p:cNvSpPr/>
          <p:nvPr/>
        </p:nvSpPr>
        <p:spPr>
          <a:xfrm>
            <a:off x="8393696" y="3254673"/>
            <a:ext cx="29283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· Express.js · REST API</a:t>
            </a:r>
            <a:endParaRPr lang="en-US" sz="14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3960515"/>
            <a:ext cx="3357082" cy="1782564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962" y="4127599"/>
            <a:ext cx="283461" cy="28346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847608" y="4741962"/>
            <a:ext cx="2928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5" name="Text 6"/>
          <p:cNvSpPr/>
          <p:nvPr/>
        </p:nvSpPr>
        <p:spPr>
          <a:xfrm>
            <a:off x="4847608" y="5226248"/>
            <a:ext cx="29282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</a:t>
            </a:r>
            <a:endParaRPr lang="en-US" sz="14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9290" y="3960515"/>
            <a:ext cx="3357181" cy="1782564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6150" y="4127599"/>
            <a:ext cx="283461" cy="28346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393696" y="4741962"/>
            <a:ext cx="29283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Collaboration</a:t>
            </a:r>
            <a:endParaRPr lang="en-US" sz="1850" dirty="0"/>
          </a:p>
        </p:txBody>
      </p:sp>
      <p:sp>
        <p:nvSpPr>
          <p:cNvPr id="19" name="Text 8"/>
          <p:cNvSpPr/>
          <p:nvPr/>
        </p:nvSpPr>
        <p:spPr>
          <a:xfrm>
            <a:off x="8393696" y="5226248"/>
            <a:ext cx="29283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+ GitHub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5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25203"/>
            <a:ext cx="6903269" cy="3159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8146" y="2073750"/>
            <a:ext cx="1527072" cy="19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API &amp; UI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8146" y="2318936"/>
            <a:ext cx="1683173" cy="3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 endpoints and browser UI stack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45089" y="3112185"/>
            <a:ext cx="1527072" cy="19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4728" y="3357371"/>
            <a:ext cx="1547433" cy="3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with Express handling rules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8146" y="3648370"/>
            <a:ext cx="1527072" cy="19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8146" y="3893556"/>
            <a:ext cx="1683173" cy="30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 database for persistent storage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32251" y="256669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 Separation of Concerns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032251" y="3050977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layer has a single responsibility — making the system maintainable, scalable, and easy to debug.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5232499"/>
            <a:ext cx="2565336" cy="106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1281" y="5257899"/>
            <a:ext cx="23001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Presentation Layer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901281" y="5666581"/>
            <a:ext cx="23001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 · CSS · JavaScript</a:t>
            </a:r>
            <a:endParaRPr lang="en-US" sz="14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2246" y="5232499"/>
            <a:ext cx="2565435" cy="106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77451" y="5257899"/>
            <a:ext cx="2300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API Layer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3677451" y="5666581"/>
            <a:ext cx="2300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RESTful endpoints</a:t>
            </a:r>
            <a:endParaRPr lang="en-US" sz="14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8515" y="5232499"/>
            <a:ext cx="2565435" cy="106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53721" y="5257899"/>
            <a:ext cx="2300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Logic Layer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6453721" y="5666581"/>
            <a:ext cx="2300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· Express.js</a:t>
            </a:r>
            <a:endParaRPr lang="en-US" sz="14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785" y="5232499"/>
            <a:ext cx="2565435" cy="106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29990" y="5257899"/>
            <a:ext cx="2300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Layer</a:t>
            </a:r>
            <a:endParaRPr lang="en-US" sz="1850" dirty="0"/>
          </a:p>
        </p:txBody>
      </p:sp>
      <p:sp>
        <p:nvSpPr>
          <p:cNvPr id="23" name="Text 16"/>
          <p:cNvSpPr/>
          <p:nvPr/>
        </p:nvSpPr>
        <p:spPr>
          <a:xfrm>
            <a:off x="9229990" y="5666581"/>
            <a:ext cx="23002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 relational database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65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&amp; Security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09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SCHEMA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94780" y="2014488"/>
            <a:ext cx="5214609" cy="3045420"/>
          </a:xfrm>
          <a:prstGeom prst="roundRect">
            <a:avLst>
              <a:gd name="adj" fmla="val 88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15295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21806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28318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034830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541341"/>
            <a:ext cx="5214609" cy="112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7902" y="2121297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8857" y="2121297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7902" y="2627809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8857" y="2627809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&amp; profiles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7902" y="3134320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8857" y="3134320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details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7902" y="3640832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Technicians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8857" y="3640832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Professional profiles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7902" y="4147344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8857" y="4147344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categories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7902" y="4653855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48857" y="4653855"/>
            <a:ext cx="285038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Booking records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1961" y="15309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SECURITY &amp; VALIDATION</a:t>
            </a:r>
            <a:endParaRPr lang="en-US" sz="17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2014488"/>
            <a:ext cx="270166" cy="27017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07337" y="200560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validation</a:t>
            </a:r>
            <a:endParaRPr lang="en-US" sz="14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2907258"/>
            <a:ext cx="270166" cy="27017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07337" y="289837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</a:t>
            </a:r>
            <a:endParaRPr lang="en-US" sz="1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3800029"/>
            <a:ext cx="270166" cy="27017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07337" y="379114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Role-based access control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4692799"/>
            <a:ext cx="270166" cy="27017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07337" y="4683919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handling</a:t>
            </a:r>
            <a:endParaRPr lang="en-US" sz="1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28" y="5585569"/>
            <a:ext cx="270166" cy="2701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07337" y="5576689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password storage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79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Our Product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366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screenshots from the completed website: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51683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7166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2619375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58792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INSERT ACTUAL PROJECT SCREENSHOT</a:t>
            </a: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Home Page · Services · Technician Listing · Booking Page · Customer Dashboard · Technician / Admin Dashboard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622675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381168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Home Page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4220369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discovery &amp; landing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90301" y="3622675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6379308" y="381168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Booking Page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79308" y="4220369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Date, time &amp; technician selection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4900811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4" name="Text 11"/>
          <p:cNvSpPr/>
          <p:nvPr/>
        </p:nvSpPr>
        <p:spPr>
          <a:xfrm>
            <a:off x="850482" y="5089823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Dashboard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482" y="5498505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Appointment tracking &amp; history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0301" y="4900811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7" name="Text 14"/>
          <p:cNvSpPr/>
          <p:nvPr/>
        </p:nvSpPr>
        <p:spPr>
          <a:xfrm>
            <a:off x="6379308" y="5089823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 Dashboard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379308" y="5498505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platform management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54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What's Next?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88951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possibilities to enhance the platform: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3601"/>
            <a:ext cx="391309" cy="391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216944"/>
            <a:ext cx="535331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Online Payments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808" y="1663601"/>
            <a:ext cx="391309" cy="3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6808" y="2216944"/>
            <a:ext cx="53534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GPS Tracking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20777"/>
            <a:ext cx="391309" cy="3913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274120"/>
            <a:ext cx="535331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Notifications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6808" y="2720777"/>
            <a:ext cx="391309" cy="391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6808" y="3274120"/>
            <a:ext cx="53534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Ratings &amp; Reviews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77952"/>
            <a:ext cx="391309" cy="39131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475" y="4331295"/>
            <a:ext cx="535331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Mobile Application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6808" y="3777952"/>
            <a:ext cx="391309" cy="39131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76808" y="4331295"/>
            <a:ext cx="53534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Recommendations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661475" y="476071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17" name="Text 9"/>
          <p:cNvSpPr/>
          <p:nvPr/>
        </p:nvSpPr>
        <p:spPr>
          <a:xfrm>
            <a:off x="661475" y="4964609"/>
            <a:ext cx="10868745" cy="135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Making local service booking simple, reliable and accessible.</a:t>
            </a:r>
            <a:endParaRPr lang="en-US" sz="1200" dirty="0"/>
          </a:p>
          <a:p>
            <a:pPr marL="0" indent="0" algn="ctr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THANK YOU</a:t>
            </a: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CODE CRACKERS</a:t>
            </a:r>
            <a:endParaRPr lang="en-US" sz="1200" dirty="0"/>
          </a:p>
          <a:p>
            <a:pPr marL="0" indent="0" algn="ctr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Dalal Mayuri · Gupta Anshu · Gohil Twinkle</a:t>
            </a:r>
            <a:endParaRPr lang="en-US" sz="12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GitHub: GITHUB_REPOSITORY_LINK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469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 Bold</vt:lpstr>
      <vt:lpstr>Arial</vt:lpstr>
      <vt:lpstr>Prata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SANGEETA</dc:creator>
  <cp:lastModifiedBy>sangeeta chauhan</cp:lastModifiedBy>
  <cp:revision>3</cp:revision>
  <dcterms:created xsi:type="dcterms:W3CDTF">2026-08-21T10:06:38Z</dcterms:created>
  <dcterms:modified xsi:type="dcterms:W3CDTF">2026-08-21T15:47:46Z</dcterms:modified>
</cp:coreProperties>
</file>