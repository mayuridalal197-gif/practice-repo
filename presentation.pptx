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rata" panose="020B0604020202020204" charset="0"/>
      <p:regular r:id="rId13"/>
    </p:embeddedFont>
    <p:embeddedFont>
      <p:font typeface="Raleway" pitchFamily="2" charset="0"/>
      <p:regular r:id="rId14"/>
    </p:embeddedFont>
    <p:embeddedFont>
      <p:font typeface="Raleway Bold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geeta chauhan" userId="d535d108afc2ac9e" providerId="LiveId" clId="{E2D3DEEA-3921-463C-B716-67C54357CFA1}"/>
    <pc:docChg chg="addSld delSld modSld sldOrd">
      <pc:chgData name="sangeeta chauhan" userId="d535d108afc2ac9e" providerId="LiveId" clId="{E2D3DEEA-3921-463C-B716-67C54357CFA1}" dt="2026-08-21T11:09:38.518" v="27" actId="2696"/>
      <pc:docMkLst>
        <pc:docMk/>
      </pc:docMkLst>
      <pc:sldChg chg="new del ord">
        <pc:chgData name="sangeeta chauhan" userId="d535d108afc2ac9e" providerId="LiveId" clId="{E2D3DEEA-3921-463C-B716-67C54357CFA1}" dt="2026-08-21T11:09:14.777" v="19" actId="2696"/>
        <pc:sldMkLst>
          <pc:docMk/>
          <pc:sldMk cId="1124444335" sldId="266"/>
        </pc:sldMkLst>
      </pc:sldChg>
      <pc:sldChg chg="new del">
        <pc:chgData name="sangeeta chauhan" userId="d535d108afc2ac9e" providerId="LiveId" clId="{E2D3DEEA-3921-463C-B716-67C54357CFA1}" dt="2026-08-21T11:09:17.082" v="20" actId="2696"/>
        <pc:sldMkLst>
          <pc:docMk/>
          <pc:sldMk cId="534432179" sldId="267"/>
        </pc:sldMkLst>
      </pc:sldChg>
      <pc:sldChg chg="new del">
        <pc:chgData name="sangeeta chauhan" userId="d535d108afc2ac9e" providerId="LiveId" clId="{E2D3DEEA-3921-463C-B716-67C54357CFA1}" dt="2026-08-21T11:09:19.664" v="21" actId="2696"/>
        <pc:sldMkLst>
          <pc:docMk/>
          <pc:sldMk cId="1531065726" sldId="268"/>
        </pc:sldMkLst>
      </pc:sldChg>
      <pc:sldChg chg="new del">
        <pc:chgData name="sangeeta chauhan" userId="d535d108afc2ac9e" providerId="LiveId" clId="{E2D3DEEA-3921-463C-B716-67C54357CFA1}" dt="2026-08-21T11:09:22.026" v="22" actId="2696"/>
        <pc:sldMkLst>
          <pc:docMk/>
          <pc:sldMk cId="3925707842" sldId="269"/>
        </pc:sldMkLst>
      </pc:sldChg>
      <pc:sldChg chg="new del">
        <pc:chgData name="sangeeta chauhan" userId="d535d108afc2ac9e" providerId="LiveId" clId="{E2D3DEEA-3921-463C-B716-67C54357CFA1}" dt="2026-08-21T11:09:24.496" v="23" actId="2696"/>
        <pc:sldMkLst>
          <pc:docMk/>
          <pc:sldMk cId="4075086906" sldId="270"/>
        </pc:sldMkLst>
      </pc:sldChg>
      <pc:sldChg chg="new del">
        <pc:chgData name="sangeeta chauhan" userId="d535d108afc2ac9e" providerId="LiveId" clId="{E2D3DEEA-3921-463C-B716-67C54357CFA1}" dt="2026-08-21T11:09:29.107" v="24" actId="2696"/>
        <pc:sldMkLst>
          <pc:docMk/>
          <pc:sldMk cId="977865564" sldId="271"/>
        </pc:sldMkLst>
      </pc:sldChg>
      <pc:sldChg chg="new del">
        <pc:chgData name="sangeeta chauhan" userId="d535d108afc2ac9e" providerId="LiveId" clId="{E2D3DEEA-3921-463C-B716-67C54357CFA1}" dt="2026-08-21T11:09:31.669" v="25" actId="2696"/>
        <pc:sldMkLst>
          <pc:docMk/>
          <pc:sldMk cId="1510510335" sldId="272"/>
        </pc:sldMkLst>
      </pc:sldChg>
      <pc:sldChg chg="new del">
        <pc:chgData name="sangeeta chauhan" userId="d535d108afc2ac9e" providerId="LiveId" clId="{E2D3DEEA-3921-463C-B716-67C54357CFA1}" dt="2026-08-21T11:09:34.215" v="26" actId="2696"/>
        <pc:sldMkLst>
          <pc:docMk/>
          <pc:sldMk cId="3440208034" sldId="273"/>
        </pc:sldMkLst>
      </pc:sldChg>
      <pc:sldChg chg="new del">
        <pc:chgData name="sangeeta chauhan" userId="d535d108afc2ac9e" providerId="LiveId" clId="{E2D3DEEA-3921-463C-B716-67C54357CFA1}" dt="2026-08-21T11:09:38.518" v="27" actId="2696"/>
        <pc:sldMkLst>
          <pc:docMk/>
          <pc:sldMk cId="2111851319" sldId="274"/>
        </pc:sldMkLst>
      </pc:sldChg>
      <pc:sldChg chg="new del">
        <pc:chgData name="sangeeta chauhan" userId="d535d108afc2ac9e" providerId="LiveId" clId="{E2D3DEEA-3921-463C-B716-67C54357CFA1}" dt="2026-08-21T11:08:56.446" v="16" actId="2696"/>
        <pc:sldMkLst>
          <pc:docMk/>
          <pc:sldMk cId="2479378663" sldId="275"/>
        </pc:sldMkLst>
      </pc:sldChg>
      <pc:sldChg chg="new del">
        <pc:chgData name="sangeeta chauhan" userId="d535d108afc2ac9e" providerId="LiveId" clId="{E2D3DEEA-3921-463C-B716-67C54357CFA1}" dt="2026-08-21T11:08:52.034" v="15" actId="2696"/>
        <pc:sldMkLst>
          <pc:docMk/>
          <pc:sldMk cId="1992013504" sldId="276"/>
        </pc:sldMkLst>
      </pc:sldChg>
      <pc:sldChg chg="new del">
        <pc:chgData name="sangeeta chauhan" userId="d535d108afc2ac9e" providerId="LiveId" clId="{E2D3DEEA-3921-463C-B716-67C54357CFA1}" dt="2026-08-21T11:08:46.253" v="14" actId="2696"/>
        <pc:sldMkLst>
          <pc:docMk/>
          <pc:sldMk cId="2865554417" sldId="277"/>
        </pc:sldMkLst>
      </pc:sldChg>
      <pc:sldChg chg="new del">
        <pc:chgData name="sangeeta chauhan" userId="d535d108afc2ac9e" providerId="LiveId" clId="{E2D3DEEA-3921-463C-B716-67C54357CFA1}" dt="2026-08-21T11:08:40.856" v="13" actId="2696"/>
        <pc:sldMkLst>
          <pc:docMk/>
          <pc:sldMk cId="3548841733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36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6098"/>
            <a:ext cx="7088109" cy="10632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327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LOCAL SERVICE MANAGEMENT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0691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Trusted Local Professionals, Just a Booking Away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269184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CFCBB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4554438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CODE CRACKERS</a:t>
            </a: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Dalal Mayuri · Gupta Anshu · Gohil Twinkle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Odoo × LDCE Ahmedabad Hackathon 2026</a:t>
            </a:r>
            <a:endParaRPr lang="en-US" sz="1450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A3B3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94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5362"/>
            <a:ext cx="6296860" cy="572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300" dirty="0" err="1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PTheroblem</a:t>
            </a:r>
            <a:r>
              <a:rPr lang="en-US" sz="33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We Are Solving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276251"/>
            <a:ext cx="629686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Finding and booking trusted local service professionals remains </a:t>
            </a:r>
            <a:r>
              <a:rPr lang="en-US" sz="13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fragmented and inefficient.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54113"/>
            <a:ext cx="6296860" cy="43784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4993" y="2141438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 Centralized Booking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924993" y="2494359"/>
            <a:ext cx="58460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Difficult appointment scheduling across calls and messages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086199"/>
            <a:ext cx="6296860" cy="9821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4993" y="3273524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Scattered Records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924993" y="3626445"/>
            <a:ext cx="58460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Information lost across platforms with no single source of truth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218285"/>
            <a:ext cx="6296860" cy="9821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4993" y="4405610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 Trust Layer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924993" y="4758531"/>
            <a:ext cx="58460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Finding verified professionals with ratings is nearly impossible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350371"/>
            <a:ext cx="6296860" cy="98216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24993" y="5537696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Zero Visibility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924993" y="5890617"/>
            <a:ext cx="58460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real-time updates on service progress or technician status</a:t>
            </a:r>
            <a:endParaRPr lang="en-US" sz="13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D22B4E-02EF-118F-6730-74AEAD95BBB5}"/>
              </a:ext>
            </a:extLst>
          </p:cNvPr>
          <p:cNvSpPr txBox="1"/>
          <p:nvPr/>
        </p:nvSpPr>
        <p:spPr>
          <a:xfrm>
            <a:off x="298580" y="1567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149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One Platform. Every Local Service.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33612"/>
            <a:ext cx="11478330" cy="38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centralized web platform connecting customers with trusted local service professionals.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908274"/>
            <a:ext cx="10520595" cy="3947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045" y="4744951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Track Service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215" y="4744951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Book Appointment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253" y="4744951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Find Professional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58291" y="4744951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Choose Service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5854" y="489779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6049367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discovery to completion — every step in one place.</a:t>
            </a:r>
            <a:endParaRPr lang="en-US" sz="14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" y="495201"/>
            <a:ext cx="4400539" cy="5867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0005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How It Works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5233360" y="1288058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1560116"/>
            <a:ext cx="6296860" cy="19050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1683841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Choose a Service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233360" y="2044502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Electrician, Plumber, AC Repair, Appliance Repair, and more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33360" y="2589312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2844304"/>
            <a:ext cx="6296860" cy="19050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1" name="Text 8"/>
          <p:cNvSpPr/>
          <p:nvPr/>
        </p:nvSpPr>
        <p:spPr>
          <a:xfrm>
            <a:off x="5233360" y="2985095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Find a Professional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233360" y="3345755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technician profile, rating, and availability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33360" y="3890566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4128393"/>
            <a:ext cx="6296860" cy="19050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5" name="Text 12"/>
          <p:cNvSpPr/>
          <p:nvPr/>
        </p:nvSpPr>
        <p:spPr>
          <a:xfrm>
            <a:off x="5233360" y="4286349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Book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233360" y="4647009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 preferred date and time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33360" y="5191820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233360" y="5412581"/>
            <a:ext cx="6296860" cy="19050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9" name="Text 16"/>
          <p:cNvSpPr/>
          <p:nvPr/>
        </p:nvSpPr>
        <p:spPr>
          <a:xfrm>
            <a:off x="5233360" y="5587603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Track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5233360" y="5948263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Pending → Accepted → In Progress → Completed</a:t>
            </a:r>
            <a:endParaRPr lang="en-US" sz="130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31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Features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1417503" y="2820788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322999" y="3116064"/>
            <a:ext cx="3118863" cy="350723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Register / Login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Browse Services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Find Technician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Book Appointment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Track Status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36366" y="282078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TECHNICIAN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3229471"/>
            <a:ext cx="3118863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Requests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Accept / Reject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Update Status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Jobs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History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2251" y="282078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ADMIN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3229471"/>
            <a:ext cx="3118863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Customers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Technicians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Services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Appointments</a:t>
            </a:r>
            <a:endParaRPr lang="en-US" sz="1450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21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Built With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9107" y="1988939"/>
            <a:ext cx="3357082" cy="1782564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962" y="2156023"/>
            <a:ext cx="283461" cy="28346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847608" y="2770386"/>
            <a:ext cx="2928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Frontend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4847608" y="3254673"/>
            <a:ext cx="29282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HTML5 · CSS3 · JavaScript</a:t>
            </a:r>
            <a:endParaRPr lang="en-US" sz="14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9290" y="1988939"/>
            <a:ext cx="3357181" cy="178256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6150" y="2156023"/>
            <a:ext cx="283461" cy="28346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8393696" y="2770386"/>
            <a:ext cx="29283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Backend</a:t>
            </a:r>
            <a:endParaRPr lang="en-US" sz="1850" dirty="0"/>
          </a:p>
        </p:txBody>
      </p:sp>
      <p:sp>
        <p:nvSpPr>
          <p:cNvPr id="11" name="Text 4"/>
          <p:cNvSpPr/>
          <p:nvPr/>
        </p:nvSpPr>
        <p:spPr>
          <a:xfrm>
            <a:off x="8393696" y="3254673"/>
            <a:ext cx="29283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Node.js · Express.js · REST API</a:t>
            </a:r>
            <a:endParaRPr lang="en-US" sz="14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201" y="3960515"/>
            <a:ext cx="3357082" cy="1782564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9962" y="4127599"/>
            <a:ext cx="283461" cy="283468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4847608" y="4741962"/>
            <a:ext cx="2928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5" name="Text 6"/>
          <p:cNvSpPr/>
          <p:nvPr/>
        </p:nvSpPr>
        <p:spPr>
          <a:xfrm>
            <a:off x="4847608" y="5226248"/>
            <a:ext cx="29282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MySQL</a:t>
            </a:r>
            <a:endParaRPr lang="en-US" sz="145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9290" y="3960515"/>
            <a:ext cx="3357181" cy="1782564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16150" y="4127599"/>
            <a:ext cx="283461" cy="283468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8393696" y="4741962"/>
            <a:ext cx="29283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Collaboration</a:t>
            </a:r>
            <a:endParaRPr lang="en-US" sz="1850" dirty="0"/>
          </a:p>
        </p:txBody>
      </p:sp>
      <p:sp>
        <p:nvSpPr>
          <p:cNvPr id="19" name="Text 8"/>
          <p:cNvSpPr/>
          <p:nvPr/>
        </p:nvSpPr>
        <p:spPr>
          <a:xfrm>
            <a:off x="8393696" y="5226248"/>
            <a:ext cx="29283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+ GitHub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65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System Architecture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25203"/>
            <a:ext cx="6903269" cy="3159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8146" y="2073750"/>
            <a:ext cx="1527072" cy="190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API &amp; UI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8146" y="2318936"/>
            <a:ext cx="1683173" cy="30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REST endpoints and browser UI stack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45089" y="3112185"/>
            <a:ext cx="1527072" cy="190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4728" y="3357371"/>
            <a:ext cx="1547433" cy="30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Node.js with Express handling rules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8146" y="3648370"/>
            <a:ext cx="1527072" cy="19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Core Data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8146" y="3893556"/>
            <a:ext cx="1683173" cy="30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MySQL database for persistent storage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032251" y="2566690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Clean Separation of Concerns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032251" y="3050977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Each layer has a single responsibility — making the system maintainable, scalable, and easy to debug.</a:t>
            </a:r>
            <a:endParaRPr lang="en-US" sz="14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075" y="5232499"/>
            <a:ext cx="2565336" cy="106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1281" y="5257899"/>
            <a:ext cx="230013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Presentation Layer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901281" y="5666581"/>
            <a:ext cx="230013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HTML · CSS · JavaScript</a:t>
            </a:r>
            <a:endParaRPr lang="en-US" sz="14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2246" y="5232499"/>
            <a:ext cx="2565435" cy="106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77451" y="5257899"/>
            <a:ext cx="2300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API Layer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3677451" y="5666581"/>
            <a:ext cx="23002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RESTful endpoints</a:t>
            </a:r>
            <a:endParaRPr lang="en-US" sz="14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8515" y="5232499"/>
            <a:ext cx="2565435" cy="106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53721" y="5257899"/>
            <a:ext cx="2300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Logic Layer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6453721" y="5666581"/>
            <a:ext cx="23002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Node.js · Express.js</a:t>
            </a:r>
            <a:endParaRPr lang="en-US" sz="14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4785" y="5232499"/>
            <a:ext cx="2565435" cy="106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229990" y="5257899"/>
            <a:ext cx="2300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Layer</a:t>
            </a:r>
            <a:endParaRPr lang="en-US" sz="1850" dirty="0"/>
          </a:p>
        </p:txBody>
      </p:sp>
      <p:sp>
        <p:nvSpPr>
          <p:cNvPr id="23" name="Text 16"/>
          <p:cNvSpPr/>
          <p:nvPr/>
        </p:nvSpPr>
        <p:spPr>
          <a:xfrm>
            <a:off x="9229990" y="5666581"/>
            <a:ext cx="230023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MySQL relational database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659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Database &amp; Security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3094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DATABASE SCHEMA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94780" y="2014488"/>
            <a:ext cx="5214609" cy="3045420"/>
          </a:xfrm>
          <a:prstGeom prst="roundRect">
            <a:avLst>
              <a:gd name="adj" fmla="val 887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515295"/>
            <a:ext cx="5214609" cy="112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021806"/>
            <a:ext cx="5214609" cy="112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528318"/>
            <a:ext cx="5214609" cy="112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034830"/>
            <a:ext cx="5214609" cy="112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541341"/>
            <a:ext cx="5214609" cy="112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47902" y="2121297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48857" y="2121297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Purpose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7902" y="2627809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48857" y="2627809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Authentication &amp; profiles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7902" y="3134320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48857" y="3134320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details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7902" y="3640832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Technicians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48857" y="3640832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Professional profiles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7902" y="4147344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48857" y="4147344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Service categories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7902" y="4653855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Appointments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48857" y="4653855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Booking records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21961" y="153094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SECURITY &amp; VALIDATION</a:t>
            </a:r>
            <a:endParaRPr lang="en-US" sz="17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28" y="2014488"/>
            <a:ext cx="270166" cy="27017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907337" y="2005608"/>
            <a:ext cx="462923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validation</a:t>
            </a:r>
            <a:endParaRPr lang="en-US" sz="14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28" y="2907258"/>
            <a:ext cx="270166" cy="27017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07337" y="2898378"/>
            <a:ext cx="462923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Authentication</a:t>
            </a:r>
            <a:endParaRPr lang="en-US" sz="14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28" y="3800029"/>
            <a:ext cx="270166" cy="27017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07337" y="3791148"/>
            <a:ext cx="462923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Role-based access control</a:t>
            </a:r>
            <a:endParaRPr lang="en-US" sz="14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28" y="4692799"/>
            <a:ext cx="270166" cy="27017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07337" y="4683919"/>
            <a:ext cx="462923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Error handling</a:t>
            </a:r>
            <a:endParaRPr lang="en-US" sz="14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28" y="5585569"/>
            <a:ext cx="270166" cy="27017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07337" y="5576689"/>
            <a:ext cx="462923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 password storage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79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Our Product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3663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screenshots from the completed website: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351683"/>
            <a:ext cx="10868745" cy="1058366"/>
          </a:xfrm>
          <a:prstGeom prst="roundRect">
            <a:avLst>
              <a:gd name="adj" fmla="val 2679"/>
            </a:avLst>
          </a:prstGeom>
          <a:solidFill>
            <a:srgbClr val="71660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2619375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2587923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INSERT ACTUAL PROJECT SCREENSHOT</a:t>
            </a: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Home Page · Services · Technician Listing · Booking Page · Customer Dashboard · Technician / Admin Dashboard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3622675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850482" y="3811687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Home Page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0482" y="4220369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Service discovery &amp; landing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90301" y="3622675"/>
            <a:ext cx="5339919" cy="1089124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11" name="Text 8"/>
          <p:cNvSpPr/>
          <p:nvPr/>
        </p:nvSpPr>
        <p:spPr>
          <a:xfrm>
            <a:off x="6379308" y="3811687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Booking Page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379308" y="4220369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Date, time &amp; technician selection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475" y="4900811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14" name="Text 11"/>
          <p:cNvSpPr/>
          <p:nvPr/>
        </p:nvSpPr>
        <p:spPr>
          <a:xfrm>
            <a:off x="850482" y="5089823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 Dashboard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0482" y="5498505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Appointment tracking &amp; history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90301" y="4900811"/>
            <a:ext cx="5339919" cy="1089124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17" name="Text 14"/>
          <p:cNvSpPr/>
          <p:nvPr/>
        </p:nvSpPr>
        <p:spPr>
          <a:xfrm>
            <a:off x="6379308" y="5089823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Admin Dashboard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6379308" y="5498505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Full platform management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544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What's Next?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288951"/>
            <a:ext cx="1147833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possibilities to enhance the platform: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63601"/>
            <a:ext cx="391309" cy="3913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216944"/>
            <a:ext cx="5353313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Online Payments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6808" y="1663601"/>
            <a:ext cx="391309" cy="391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6808" y="2216944"/>
            <a:ext cx="53534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GPS Tracking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720777"/>
            <a:ext cx="391309" cy="39131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3274120"/>
            <a:ext cx="5353313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Real-time Notifications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6808" y="2720777"/>
            <a:ext cx="391309" cy="3913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76808" y="3274120"/>
            <a:ext cx="53534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Ratings &amp; Reviews</a:t>
            </a:r>
            <a:endParaRPr lang="en-US" sz="15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777952"/>
            <a:ext cx="391309" cy="391319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61475" y="4331295"/>
            <a:ext cx="5353313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Mobile Application</a:t>
            </a:r>
            <a:endParaRPr lang="en-US" sz="15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6808" y="3777952"/>
            <a:ext cx="391309" cy="391319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176808" y="4331295"/>
            <a:ext cx="53534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 Recommendations</a:t>
            </a:r>
            <a:endParaRPr lang="en-US" sz="1500" dirty="0"/>
          </a:p>
        </p:txBody>
      </p:sp>
      <p:sp>
        <p:nvSpPr>
          <p:cNvPr id="16" name="Shape 8"/>
          <p:cNvSpPr/>
          <p:nvPr/>
        </p:nvSpPr>
        <p:spPr>
          <a:xfrm>
            <a:off x="661475" y="4760714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CFCBBF">
              <a:alpha val="50000"/>
            </a:srgbClr>
          </a:solidFill>
          <a:ln/>
        </p:spPr>
      </p:sp>
      <p:sp>
        <p:nvSpPr>
          <p:cNvPr id="17" name="Text 9"/>
          <p:cNvSpPr/>
          <p:nvPr/>
        </p:nvSpPr>
        <p:spPr>
          <a:xfrm>
            <a:off x="661475" y="4964609"/>
            <a:ext cx="10868745" cy="135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2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Making local service booking simple, reliable and accessible.</a:t>
            </a:r>
            <a:endParaRPr lang="en-US" sz="1200" dirty="0"/>
          </a:p>
          <a:p>
            <a:pPr marL="0" indent="0" algn="ctr">
              <a:lnSpc>
                <a:spcPct val="122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THANK YOU</a:t>
            </a:r>
            <a:r>
              <a:rPr lang="en-US" sz="1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CODE CRACKERS</a:t>
            </a:r>
            <a:endParaRPr lang="en-US" sz="1200" dirty="0"/>
          </a:p>
          <a:p>
            <a:pPr marL="0" indent="0" algn="ctr">
              <a:lnSpc>
                <a:spcPct val="122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Dalal Mayuri · Gupta Anshu · Gohil Twinkle</a:t>
            </a:r>
            <a:endParaRPr lang="en-US" sz="1200" dirty="0"/>
          </a:p>
          <a:p>
            <a:pPr marL="0" indent="0" algn="ctr">
              <a:lnSpc>
                <a:spcPct val="122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GitHub: GITHUB_REPOSITORY_LINK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469</Words>
  <Application>Microsoft Office PowerPoint</Application>
  <PresentationFormat>Widescreen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Raleway</vt:lpstr>
      <vt:lpstr>Raleway Bold</vt:lpstr>
      <vt:lpstr>Arial</vt:lpstr>
      <vt:lpstr>Prata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SANGEETA</dc:creator>
  <cp:lastModifiedBy>sangeeta chauhan</cp:lastModifiedBy>
  <cp:revision>2</cp:revision>
  <dcterms:created xsi:type="dcterms:W3CDTF">2026-08-21T10:06:38Z</dcterms:created>
  <dcterms:modified xsi:type="dcterms:W3CDTF">2026-08-21T11:09:39Z</dcterms:modified>
</cp:coreProperties>
</file>